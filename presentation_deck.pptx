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Football Match Prediction for FIFA World Cup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Machine learning dashboard for match and tournament forecasts</a:t>
            </a:r>
          </a:p>
          <a:p>
            <a:pPr>
              <a:defRPr sz="2400"/>
            </a:pPr>
            <a:r>
              <a:t>XGBoost model + Monte Carlo simulation</a:t>
            </a:r>
          </a:p>
          <a:p>
            <a:pPr>
              <a:defRPr sz="2400"/>
            </a:pPr>
            <a:r>
              <a:t>Streamlit interface for live predictions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Predicts single match outcomes: home win / draw / away win</a:t>
            </a:r>
          </a:p>
          <a:p>
            <a:pPr>
              <a:defRPr sz="2400"/>
            </a:pPr>
            <a:r>
              <a:t>Simulates the rest of the World Cup using those probabilities</a:t>
            </a:r>
          </a:p>
          <a:p>
            <a:pPr>
              <a:defRPr sz="2400"/>
            </a:pPr>
            <a:r>
              <a:t>Displays predictions in a Streamlit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Architecture and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Python</a:t>
            </a:r>
          </a:p>
          <a:p>
            <a:pPr>
              <a:defRPr sz="2400"/>
            </a:pPr>
            <a:r>
              <a:t>XGBoost for match prediction</a:t>
            </a:r>
          </a:p>
          <a:p>
            <a:pPr>
              <a:defRPr sz="2400"/>
            </a:pPr>
            <a:r>
              <a:t>Streamlit for dashboard</a:t>
            </a:r>
          </a:p>
          <a:p>
            <a:pPr>
              <a:defRPr sz="2400"/>
            </a:pPr>
            <a:r>
              <a:t>CSV / SQLite data storage</a:t>
            </a:r>
          </a:p>
          <a:p>
            <a:pPr>
              <a:defRPr sz="2400"/>
            </a:pPr>
            <a:r>
              <a:t>Monte Carlo simulation for tournament probability aggregation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Model inputs and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Home and away Elo ratings</a:t>
            </a:r>
          </a:p>
          <a:p>
            <a:pPr>
              <a:defRPr sz="2400"/>
            </a:pPr>
            <a:r>
              <a:t>Elo rating difference</a:t>
            </a:r>
          </a:p>
          <a:p>
            <a:pPr>
              <a:defRPr sz="2400"/>
            </a:pPr>
            <a:r>
              <a:t>Recent form for each team (last 5 matches): wins, draws, losses, goals for/against, goal diff</a:t>
            </a:r>
          </a:p>
          <a:p>
            <a:pPr>
              <a:defRPr sz="2400"/>
            </a:pPr>
            <a:r>
              <a:t>Derived feature differences</a:t>
            </a:r>
          </a:p>
          <a:p>
            <a:pPr>
              <a:defRPr sz="2400"/>
            </a:pPr>
            <a:r>
              <a:t>Neutral venue flag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Dashboard 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Run `streamlit run app/streamlit_app.py`</a:t>
            </a:r>
          </a:p>
          <a:p>
            <a:pPr>
              <a:defRPr sz="2400"/>
            </a:pPr>
            <a:r>
              <a:t>Choose an upcoming match from the dropdown</a:t>
            </a:r>
          </a:p>
          <a:p>
            <a:pPr>
              <a:defRPr sz="2400"/>
            </a:pPr>
            <a:r>
              <a:t>Read the probability table and bar chart</a:t>
            </a:r>
          </a:p>
          <a:p>
            <a:pPr>
              <a:defRPr sz="2400"/>
            </a:pPr>
            <a:r>
              <a:t>Optionally run the Monte Carlo tournament simulation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Single match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Home Win (H): probability first team wins</a:t>
            </a:r>
          </a:p>
          <a:p>
            <a:pPr>
              <a:defRPr sz="2400"/>
            </a:pPr>
            <a:r>
              <a:t>Draw (D): probability of a tied match</a:t>
            </a:r>
          </a:p>
          <a:p>
            <a:pPr>
              <a:defRPr sz="2400"/>
            </a:pPr>
            <a:r>
              <a:t>Away Win (A): probability second team wins</a:t>
            </a:r>
          </a:p>
          <a:p>
            <a:pPr>
              <a:defRPr sz="2400"/>
            </a:pPr>
            <a:r>
              <a:t>Example: Curacao vs Ivory Coast → Home 9.42%, Draw 17.09%, Away 73.49%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Monte Carlo Tournament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Uses match probabilities from XGBoost</a:t>
            </a:r>
          </a:p>
          <a:p>
            <a:pPr>
              <a:defRPr sz="2400"/>
            </a:pPr>
            <a:r>
              <a:t>Simulates the remaining tournament many times</a:t>
            </a:r>
          </a:p>
          <a:p>
            <a:pPr>
              <a:defRPr sz="2400"/>
            </a:pPr>
            <a:r>
              <a:t>Randomly chooses match outcomes based on predicted odds</a:t>
            </a:r>
          </a:p>
          <a:p>
            <a:pPr>
              <a:defRPr sz="2400"/>
            </a:pPr>
            <a:r>
              <a:t>Aggregates team performance across simulations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Simulation slider meaning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Higher number = more stable results</a:t>
            </a:r>
          </a:p>
          <a:p>
            <a:pPr>
              <a:defRPr sz="2400"/>
            </a:pPr>
            <a:r>
              <a:t>Lower number = faster, more variable results</a:t>
            </a:r>
          </a:p>
          <a:p>
            <a:pPr>
              <a:defRPr sz="2400"/>
            </a:pPr>
            <a:r>
              <a:t>Does not change match probabilities</a:t>
            </a:r>
          </a:p>
          <a:p>
            <a:pPr>
              <a:defRPr sz="2400"/>
            </a:pPr>
            <a:r>
              <a:t>Just improves the accuracy of tournament probability estimates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Output metrics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win_pct: percent of simulations the team won the tournament</a:t>
            </a:r>
          </a:p>
          <a:p>
            <a:pPr>
              <a:defRPr sz="2400"/>
            </a:pPr>
            <a:r>
              <a:t>final_pct: percent team reached the final</a:t>
            </a:r>
          </a:p>
          <a:p>
            <a:pPr>
              <a:defRPr sz="2400"/>
            </a:pPr>
            <a:r>
              <a:t>semi_pct: percent team reached the semifinals</a:t>
            </a:r>
          </a:p>
          <a:p>
            <a:pPr>
              <a:defRPr sz="2400"/>
            </a:pPr>
            <a:r>
              <a:t>quarter_pct: percent team reached the quarterfinals</a:t>
            </a:r>
          </a:p>
          <a:p>
            <a:pPr>
              <a:defRPr sz="2400"/>
            </a:pPr>
            <a:r>
              <a:t>r16_pct: percent team reached the Round of 16</a:t>
            </a:r>
          </a:p>
          <a:p>
            <a:pPr>
              <a:defRPr sz="2400"/>
            </a:pPr>
            <a:r>
              <a:t>r32_pct: percent team reached the Round of 32</a:t>
            </a:r>
          </a:p>
          <a:p>
            <a:pPr>
              <a:defRPr sz="2400"/>
            </a:pPr>
            <a:r>
              <a:t>wins: raw count of tournament wins in simulations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Summary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XGBoost predicts individual match outcomes</a:t>
            </a:r>
          </a:p>
          <a:p>
            <a:pPr>
              <a:defRPr sz="2400"/>
            </a:pPr>
            <a:r>
              <a:t>Monte Carlo converts match probabilities into tournament forecasts</a:t>
            </a:r>
          </a:p>
          <a:p>
            <a:pPr>
              <a:defRPr sz="2400"/>
            </a:pPr>
            <a:r>
              <a:t>Dashboard explores match and tournament predictions</a:t>
            </a:r>
          </a:p>
          <a:p>
            <a:pPr>
              <a:defRPr sz="2400"/>
            </a:pPr>
            <a:r>
              <a:t>Future work: bookie odds, injuries, head-to-head history, live updates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